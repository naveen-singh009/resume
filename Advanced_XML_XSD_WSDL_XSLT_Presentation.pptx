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XML, XSD, WSDL, SOAP and XSLT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Integration Concepts for TIBCO BW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XML = Extensible Markup Language</a:t>
            </a:r>
          </a:p>
          <a:p>
            <a:r>
              <a:t>Used for data storage and exchange</a:t>
            </a:r>
          </a:p>
          <a:p>
            <a:r>
              <a:t>Platform and language independent</a:t>
            </a:r>
          </a:p>
          <a:p>
            <a:r>
              <a:t>Foundation for many integration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690" y="4289324"/>
            <a:ext cx="302711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&lt;Customer&gt;</a:t>
            </a:r>
            <a:endParaRPr lang="en-US" dirty="0"/>
          </a:p>
          <a:p>
            <a:r>
              <a:rPr lang="en-US" dirty="0"/>
              <a:t>	</a:t>
            </a:r>
            <a:r>
              <a:rPr dirty="0"/>
              <a:t>&lt;Id&gt;101&lt;/Id&gt;</a:t>
            </a:r>
            <a:endParaRPr lang="en-US" dirty="0"/>
          </a:p>
          <a:p>
            <a:r>
              <a:rPr lang="en-US" dirty="0"/>
              <a:t>	</a:t>
            </a:r>
            <a:r>
              <a:rPr dirty="0"/>
              <a:t>&lt;Name&gt;Naveen&lt;/Name&gt;</a:t>
            </a:r>
            <a:endParaRPr lang="en-US" dirty="0"/>
          </a:p>
          <a:p>
            <a:r>
              <a:rPr dirty="0"/>
              <a:t>&lt;/Customer&gt;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Structure &amp;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XML Declaration</a:t>
            </a:r>
          </a:p>
          <a:p>
            <a:r>
              <a:rPr dirty="0"/>
              <a:t>Root Element</a:t>
            </a:r>
          </a:p>
          <a:p>
            <a:r>
              <a:rPr dirty="0"/>
              <a:t>Child Elements</a:t>
            </a:r>
          </a:p>
          <a:p>
            <a:r>
              <a:rPr dirty="0"/>
              <a:t>Attributes and Comments</a:t>
            </a:r>
          </a:p>
          <a:p>
            <a:r>
              <a:rPr dirty="0"/>
              <a:t>Well-formed XML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741" y="4754562"/>
            <a:ext cx="256544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&lt;?xml version="1.0"?&gt;</a:t>
            </a:r>
            <a:endParaRPr lang="en-US" dirty="0"/>
          </a:p>
          <a:p>
            <a:r>
              <a:rPr dirty="0"/>
              <a:t>&lt;Customer id="101"&gt;</a:t>
            </a:r>
            <a:endParaRPr lang="en-US" dirty="0"/>
          </a:p>
          <a:p>
            <a:r>
              <a:rPr dirty="0"/>
              <a:t>&lt;Name&gt;Naveen&lt;/Name&gt;</a:t>
            </a:r>
            <a:endParaRPr lang="en-US" dirty="0"/>
          </a:p>
          <a:p>
            <a:r>
              <a:rPr dirty="0"/>
              <a:t>&lt;/Customer&gt;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naming conflicts</a:t>
            </a:r>
          </a:p>
          <a:p>
            <a:r>
              <a:t>Provide unique identification for elements</a:t>
            </a:r>
          </a:p>
          <a:p>
            <a:r>
              <a:t>Widely used in SOAP and XSD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4439" y="3863181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xmlns:cust</a:t>
            </a:r>
            <a:r>
              <a:rPr dirty="0"/>
              <a:t>="http://company.com/customer"</a:t>
            </a:r>
          </a:p>
          <a:p>
            <a:r>
              <a:rPr dirty="0"/>
              <a:t>&lt;</a:t>
            </a:r>
            <a:r>
              <a:rPr dirty="0" err="1"/>
              <a:t>cust:Name</a:t>
            </a:r>
            <a:r>
              <a:rPr dirty="0"/>
              <a:t>&gt;Naveen&lt;/</a:t>
            </a:r>
            <a:r>
              <a:rPr dirty="0" err="1"/>
              <a:t>cust:Name</a:t>
            </a:r>
            <a:r>
              <a:rPr dirty="0"/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XSD (XML Schema Definition)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XML structure and rules</a:t>
            </a:r>
          </a:p>
          <a:p>
            <a:r>
              <a:t>Validates XML documents</a:t>
            </a:r>
          </a:p>
          <a:p>
            <a:r>
              <a:t>Supports data types, restrictions, and cardinality</a:t>
            </a:r>
          </a:p>
          <a:p>
            <a:r>
              <a:t>Acts as a contract between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2323" y="4479925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&lt;</a:t>
            </a:r>
            <a:r>
              <a:rPr dirty="0" err="1"/>
              <a:t>xs:element</a:t>
            </a:r>
            <a:r>
              <a:rPr dirty="0"/>
              <a:t> name="</a:t>
            </a:r>
            <a:r>
              <a:rPr dirty="0" err="1"/>
              <a:t>CustomerId</a:t>
            </a:r>
            <a:r>
              <a:rPr dirty="0"/>
              <a:t>" type="</a:t>
            </a:r>
            <a:r>
              <a:rPr dirty="0" err="1"/>
              <a:t>xs:int</a:t>
            </a:r>
            <a:r>
              <a:rPr dirty="0"/>
              <a:t>"/&gt;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XSD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Types and Complex Types</a:t>
            </a:r>
          </a:p>
          <a:p>
            <a:r>
              <a:t>Sequence, Choice, All</a:t>
            </a:r>
          </a:p>
          <a:p>
            <a:r>
              <a:t>minOccurs and maxOccurs</a:t>
            </a:r>
          </a:p>
          <a:p>
            <a:r>
              <a:t>Reusable schema components</a:t>
            </a:r>
          </a:p>
          <a:p>
            <a:r>
              <a:t>Namespace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3497" y="4587732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&lt;</a:t>
            </a:r>
            <a:r>
              <a:rPr dirty="0" err="1"/>
              <a:t>xs:sequence</a:t>
            </a:r>
            <a:r>
              <a:rPr dirty="0"/>
              <a:t>&gt;&lt;</a:t>
            </a:r>
            <a:r>
              <a:rPr dirty="0" err="1"/>
              <a:t>xs:element</a:t>
            </a:r>
            <a:r>
              <a:rPr dirty="0"/>
              <a:t> name="Name"/&gt;&lt;/</a:t>
            </a:r>
            <a:r>
              <a:rPr dirty="0" err="1"/>
              <a:t>xs:sequence</a:t>
            </a:r>
            <a:r>
              <a:rPr dirty="0"/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WSDL (Web Services Description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Describes SOAP Web Services</a:t>
            </a:r>
          </a:p>
          <a:p>
            <a:r>
              <a:t>Defines operations, messages, and endpoints</a:t>
            </a:r>
          </a:p>
          <a:p>
            <a:r>
              <a:t>Used by TIBCO to generate SOAP clients</a:t>
            </a:r>
          </a:p>
          <a:p>
            <a:r>
              <a:t>Acts as the service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3095" y="4297362"/>
            <a:ext cx="5004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&lt;operation name="</a:t>
            </a:r>
            <a:r>
              <a:rPr dirty="0" err="1"/>
              <a:t>GetCustomerDetails</a:t>
            </a:r>
            <a:r>
              <a:rPr dirty="0"/>
              <a:t>"/&gt;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SOAP, WSDL and TIBCO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WSDL into TIBCO BW</a:t>
            </a:r>
          </a:p>
          <a:p>
            <a:r>
              <a:t>Generate SOAP Request/Response schemas</a:t>
            </a:r>
          </a:p>
          <a:p>
            <a:r>
              <a:t>Invoke service over HTTP</a:t>
            </a:r>
          </a:p>
          <a:p>
            <a:r>
              <a:t>Process SOAP response and 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5174" y="4343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TIBCO -&gt; WSDL -&gt; SOAP Request -&gt; Service -&gt; SOAP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XSLT (XML Transformation)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Transforms XML into another XML, HTML, or text format</a:t>
            </a:r>
          </a:p>
          <a:p>
            <a:r>
              <a:t>Used for data mapping and transformation</a:t>
            </a:r>
          </a:p>
          <a:p>
            <a:r>
              <a:t>Rule-based processing using templates</a:t>
            </a:r>
          </a:p>
          <a:p>
            <a:r>
              <a:t>Common in enterprise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9071" y="4636893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&lt;xsl:template match="/"&gt;...&lt;/xsl:template&gt;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System generates XML</a:t>
            </a:r>
          </a:p>
          <a:p>
            <a:r>
              <a:t>TIBCO validates against XSD</a:t>
            </a:r>
          </a:p>
          <a:p>
            <a:r>
              <a:t>SOAP Service called using WSDL</a:t>
            </a:r>
          </a:p>
          <a:p>
            <a:r>
              <a:t>XSLT transforms data when required</a:t>
            </a:r>
          </a:p>
          <a:p>
            <a:r>
              <a:t>Target system consumes transformed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142" y="4607396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Source -&gt; XML -&gt; XSD -&gt; TIBCO -&gt; SOAP -&gt; XSLT -&gt;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XML stores and exchanges data</a:t>
            </a:r>
          </a:p>
          <a:p>
            <a:r>
              <a:t>XSD validates structure</a:t>
            </a:r>
          </a:p>
          <a:p>
            <a:r>
              <a:t>WSDL describes services</a:t>
            </a:r>
          </a:p>
          <a:p>
            <a:r>
              <a:t>SOAP transports messages</a:t>
            </a:r>
          </a:p>
          <a:p>
            <a:r>
              <a:t>XSLT transforms data</a:t>
            </a:r>
          </a:p>
          <a:p>
            <a:r>
              <a:t>Together they form the backbone of enterprise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394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XML, XSD, WSDL, SOAP and XSLT</vt:lpstr>
      <vt:lpstr>XML Fundamentals</vt:lpstr>
      <vt:lpstr>XML Structure &amp; Components</vt:lpstr>
      <vt:lpstr>XML Namespaces</vt:lpstr>
      <vt:lpstr>XSD (XML Schema Definition)</vt:lpstr>
      <vt:lpstr>Advanced XSD Concepts</vt:lpstr>
      <vt:lpstr>WSDL (Web Services Description Language)</vt:lpstr>
      <vt:lpstr>SOAP, WSDL and TIBCO Workflow</vt:lpstr>
      <vt:lpstr>XSLT (XML Transformation)</vt:lpstr>
      <vt:lpstr>Real Project Architecture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 Singh</cp:lastModifiedBy>
  <cp:revision>7</cp:revision>
  <dcterms:created xsi:type="dcterms:W3CDTF">2013-01-27T09:14:16Z</dcterms:created>
  <dcterms:modified xsi:type="dcterms:W3CDTF">2026-06-02T17:25:57Z</dcterms:modified>
  <cp:category/>
</cp:coreProperties>
</file>